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2"/>
    <p:restoredTop sz="94582"/>
  </p:normalViewPr>
  <p:slideViewPr>
    <p:cSldViewPr snapToGrid="0" snapToObjects="1">
      <p:cViewPr varScale="1">
        <p:scale>
          <a:sx n="84" d="100"/>
          <a:sy n="84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5252" y="2046157"/>
            <a:ext cx="941832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SkratchAds</a:t>
            </a:r>
            <a:r>
              <a:rPr sz="24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™   </a:t>
            </a:r>
            <a:endParaRPr lang="en-US" sz="2400" b="1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sz="24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world's first voluntary scratch-off ad format.
Users scratch for a real prize. Publishers earn more. Advertisers get qualified leads.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572000"/>
            <a:ext cx="1828800" cy="347472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6B6B"/>
                </a:solidFill>
              </a:rPr>
              <a:t>🎰  Cost-Per-Scratch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4572000"/>
            <a:ext cx="1828800" cy="347472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27248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ECFBF"/>
                </a:solidFill>
              </a:rPr>
              <a:t>💰  $8–20 eCPM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4572000"/>
            <a:ext cx="1828800" cy="347472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65776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D93D"/>
                </a:solidFill>
              </a:rPr>
              <a:t>👆  10× CTR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4304" y="4572000"/>
            <a:ext cx="1828800" cy="347472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4304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084FC"/>
                </a:solidFill>
              </a:rPr>
              <a:t>🎁  Real Prizes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4572000"/>
            <a:ext cx="1828800" cy="347472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42832" y="4572000"/>
            <a:ext cx="1828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ECFBF"/>
                </a:solidFill>
              </a:rPr>
              <a:t>🎮  Gamified Banner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79A0"/>
                </a:solidFill>
              </a:rPr>
              <a:t>hello@skratchads.com  ·  www.skratchads.com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6B6B"/>
                </a:solidFill>
              </a:rPr>
              <a:t>😩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D2340"/>
                </a:solidFill>
              </a:rPr>
              <a:t>Banner Advertising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7AA0"/>
                </a:solidFill>
              </a:rPr>
              <a:t>Users ignore them. Publishers earn pennies. Advertisers waste budgets on impressions nobody sees.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D2340"/>
                </a:solidFill>
              </a:rPr>
              <a:t>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2340"/>
                </a:solidFill>
              </a:rPr>
              <a:t>Banner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7AA0"/>
                </a:solidFill>
              </a:rPr>
              <a:t>Over 86% of users never look at standard banner ads. They're trained to ignore them — it's completely unconscious.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10312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D2340"/>
                </a:solidFill>
              </a:rP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2340"/>
                </a:solidFill>
              </a:rPr>
              <a:t>Rock Bottom eCPMs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7AA0"/>
                </a:solidFill>
              </a:rPr>
              <a:t>Standard banners pay $0.50–$2 eCPM. Publishers are leaving 10× revenue on the table every single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35661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2D2340"/>
                </a:solidFill>
              </a:rPr>
              <a:t>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2340"/>
                </a:solidFill>
              </a:rPr>
              <a:t>Intrusive Interstitials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7AA0"/>
                </a:solidFill>
              </a:rPr>
              <a:t>Pop-ups and full-screens destroy the user experience and tank app store ratings. Nobody wins.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EC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D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ECFBF"/>
                </a:solidFill>
              </a:rPr>
              <a:t>✨ 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D2340"/>
                </a:solidFill>
              </a:rPr>
              <a:t>Scratch. Win. Repeat.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7AA0"/>
                </a:solidFill>
              </a:rPr>
              <a:t>Every scratch holds the genuine potential for a real-world prize or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03120"/>
            <a:ext cx="2176272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" y="2240280"/>
            <a:ext cx="475488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2340"/>
                </a:solidFill>
              </a:rPr>
              <a:t>Ad Appears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73552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7AA0"/>
                </a:solidFill>
              </a:rPr>
              <a:t>A polite, banner-sized ad invites the user to scratch for a chance to win a real prize.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103120"/>
            <a:ext cx="2176272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2240280"/>
            <a:ext cx="475488" cy="47548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0712" y="22402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2340"/>
                </a:solidFill>
              </a:rPr>
              <a:t>User Scratches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3273552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7AA0"/>
                </a:solidFill>
              </a:rPr>
              <a:t>A 3–5 second voluntary gesture. Every reveal holds the potential for a real-world prize or reward.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46904" y="2103120"/>
            <a:ext cx="2176272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24144" y="2240280"/>
            <a:ext cx="475488" cy="475488"/>
          </a:xfrm>
          <a:prstGeom prst="rect">
            <a:avLst/>
          </a:prstGeom>
          <a:solidFill>
            <a:srgbClr val="3EC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24144" y="22402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2340"/>
                </a:solidFill>
              </a:rPr>
              <a:t>Win Path 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3273552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7AA0"/>
                </a:solidFill>
              </a:rPr>
              <a:t>A real prize is revealed — gift cards, discounts, exclusive offers. The user wins something tangible.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0336" y="2103120"/>
            <a:ext cx="2176272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37575" y="2240280"/>
            <a:ext cx="475488" cy="47548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37575" y="22402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7496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2340"/>
                </a:solidFill>
              </a:rPr>
              <a:t>Lose Path 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3273552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7AA0"/>
                </a:solidFill>
              </a:rPr>
              <a:t>Near-miss effect* keeps attention primed. The brand ad reveals to a fully engaged, high-intent user.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73767" y="2103120"/>
            <a:ext cx="2176272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351007" y="2240280"/>
            <a:ext cx="475488" cy="47548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51007" y="2240280"/>
            <a:ext cx="475488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2340"/>
                </a:solidFill>
              </a:rPr>
              <a:t>Redeem 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3273552"/>
            <a:ext cx="1920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7AA0"/>
                </a:solidFill>
              </a:rPr>
              <a:t>The user enters their email to unlock their prize — motivated, excited, and fully opted 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FF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B38600"/>
                </a:solidFill>
              </a:rPr>
              <a:t>🎯  DUAL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D2340"/>
                </a:solidFill>
              </a:rPr>
              <a:t>Every Scratch Has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7AA0"/>
                </a:solidFill>
              </a:rPr>
              <a:t>The Ad People Actually Want to Play. Users scratch for a real shot at winning — and that genuine motivation makes every outcome valuable.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394960" cy="4206240"/>
          </a:xfrm>
          <a:prstGeom prst="rect">
            <a:avLst/>
          </a:prstGeom>
          <a:solidFill>
            <a:srgbClr val="3EC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🏆  WIN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FAF7"/>
                </a:solidFill>
              </a:rPr>
              <a:t>The user scratches and reveals a real prize — a gift card, discount, exclusive offer, or branded reward. They share their email to claim it. The advertiser receives a lead who is genuinely excited and already bought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Real email capture — consent-based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Self-selected warm 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9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Primed for purchase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57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Delivered to brand in real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5394960" cy="42062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⭐  LOSE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3E8FF"/>
                </a:solidFill>
              </a:rPr>
              <a:t>The user scratched — so they're already engaged. The near-miss effect* triggers focused attention and significantly higher click intent on the brand reveal.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Near-miss effect drives primed click intent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62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Zero banner blindness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097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5–10× CTR uplift vs. cold banner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572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→  Highest-attention ad moment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6B6B"/>
                </a:solidFill>
              </a:rPr>
              <a:t>📊 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D2340"/>
                </a:solidFill>
              </a:rPr>
              <a:t>Numbers Standard Banners Can't 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7AA0"/>
                </a:solidFill>
              </a:rPr>
              <a:t>Every metric is a direct result of voluntary, active engagement — no passive impressions, no inflated counts.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3611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6B"/>
                </a:solidFill>
              </a:rPr>
              <a:t>~20%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340"/>
                </a:solidFill>
              </a:rPr>
              <a:t>Scratch-Through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7AA0"/>
                </a:solidFill>
              </a:rPr>
              <a:t>vs. 0.56% banner CTR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148840"/>
            <a:ext cx="3611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ECFBF"/>
                </a:solidFill>
              </a:rPr>
              <a:t>10×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340"/>
                </a:solidFill>
              </a:rPr>
              <a:t>CTR Uplift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7AA0"/>
                </a:solidFill>
              </a:rPr>
              <a:t>vs. industry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3611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084FC"/>
                </a:solidFill>
              </a:rPr>
              <a:t>$8–20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072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340"/>
                </a:solidFill>
              </a:rPr>
              <a:t>Publisher eCPM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7AA0"/>
                </a:solidFill>
              </a:rPr>
              <a:t>vs. $0.50–$1.50 AdMob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60520"/>
            <a:ext cx="3611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93D"/>
                </a:solidFill>
              </a:rPr>
              <a:t>5–10×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18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340"/>
                </a:solidFill>
              </a:rPr>
              <a:t>Lose Path CTR Uplift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7AA0"/>
                </a:solidFill>
              </a:rPr>
              <a:t>Zero wasted impressions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4160520"/>
            <a:ext cx="3611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4251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B347"/>
                </a:solidFill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18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340"/>
                </a:solidFill>
              </a:rPr>
              <a:t>Opt-In Lead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7AA0"/>
                </a:solidFill>
              </a:rPr>
              <a:t>vs. passive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60520"/>
            <a:ext cx="36118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9E95"/>
                </a:solidFill>
              </a:rPr>
              <a:t>24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18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2340"/>
                </a:solidFill>
              </a:rPr>
              <a:t>Time to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7AA0"/>
                </a:solidFill>
              </a:rPr>
              <a:t>vs. weeks for ad 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9B33E0"/>
                </a:solidFill>
              </a:rPr>
              <a:t>📐  AVAILABLE FORMATS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D2340"/>
                </a:solidFill>
              </a:rPr>
              <a:t>One Mechanic. Multiple Placements.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7AA0"/>
                </a:solidFill>
              </a:rPr>
              <a:t>Start with what's live today — scale into what's coming.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566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340"/>
                </a:solidFill>
              </a:rPr>
              <a:t>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D2340"/>
                </a:solidFill>
              </a:rPr>
              <a:t>Gamified Banner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1828800" cy="274320"/>
          </a:xfrm>
          <a:prstGeom prst="rect">
            <a:avLst/>
          </a:prstGeom>
          <a:solidFill>
            <a:srgbClr val="D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D9E95"/>
                </a:solidFill>
              </a:rPr>
              <a:t>✓ LIVE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Standard banner placement (320×50, 300×250)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JS tag — live in under 2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61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iOS &amp; Android WebView compatible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08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Fallback to standard banner when no campaign is live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011680"/>
            <a:ext cx="3566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3484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340"/>
                </a:solidFill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D2340"/>
                </a:solidFill>
              </a:rPr>
              <a:t>Native SDK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154680"/>
            <a:ext cx="1828800" cy="274320"/>
          </a:xfrm>
          <a:prstGeom prst="rect">
            <a:avLst/>
          </a:prstGeom>
          <a:solidFill>
            <a:srgbClr val="FFF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B38600"/>
                </a:solidFill>
              </a:rPr>
              <a:t>⏳ COMING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Swift (iOS) + Kotlin (Android) native SDKs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AdMob mediation 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61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ironSource &amp; MAX adapters (2027)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08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Same dual conversion path, native performance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2011680"/>
            <a:ext cx="35661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21488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D2340"/>
                </a:solidFill>
              </a:rPr>
              <a:t>🖥️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D2340"/>
                </a:solidFill>
              </a:rPr>
              <a:t>Interstitial &amp; RTB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54680"/>
            <a:ext cx="182880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3154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9B33E0"/>
                </a:solidFill>
              </a:rPr>
              <a:t>🗺 ROADMAP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Full-screen scratch interstitial format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RTB auction access for advertisers (2027)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261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Fixed sponsorship inventory options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08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2340"/>
                </a:solidFill>
              </a:rPr>
              <a:t>→  Expanded geo targeting (US, UK, CA, AU)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EC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D8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3ECFBF"/>
                </a:solidFill>
              </a:rPr>
              <a:t>👥  BUILT FOR BOTH SIDES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D2340"/>
                </a:solidFill>
              </a:rPr>
              <a:t>Publishers Love It. Advertisers Need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7AA0"/>
                </a:solidFill>
              </a:rPr>
              <a:t>SkratchAds™ is the only format where both parties genuinely benefit — and users actually enjoy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2340"/>
                </a:solidFill>
              </a:rPr>
              <a:t>📱  For App Publishers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$8–20 eCPM  —  up to 10× standard banners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90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Drop-in iOS &amp; Android SDK — live in under 2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70% revenue share — highest in ad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58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Users engage willingly because real prizes are on the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42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Privacy-compliant by design — zero user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26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100% fill rate — fallback to standard banner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057400"/>
            <a:ext cx="5394960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2340"/>
                </a:solidFill>
              </a:rPr>
              <a:t>🎯  For Advertisers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BF"/>
                </a:solidFill>
              </a:rPr>
              <a:t>CPS Model  —  Pay only for active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906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Email capture on win path — qualified leads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Brand impression on lose path — zero waste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58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Real prizes drive genuine user excitement &amp; CTR 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4281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Full dashboard — scratch rate, win rate,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26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→  Launch a campaign in 24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FFF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B38600"/>
                </a:solidFill>
              </a:rPr>
              <a:t>✨  CAMPAIGN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D2340"/>
                </a:solidFill>
              </a:rPr>
              <a:t>A Format Built for Any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7AA0"/>
                </a:solidFill>
              </a:rPr>
              <a:t>The scratch mechanic fits any category — your brand, your prize, your audience.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3566160" cy="2011680"/>
          </a:xfrm>
          <a:prstGeom prst="rect">
            <a:avLst/>
          </a:prstGeom>
          <a:solidFill>
            <a:srgbClr val="7B3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4519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D2340"/>
                </a:solidFill>
              </a:rPr>
              <a:t>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Beverage Brand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Scratch to win a free drink or discount code — drives trial, email capture, and in-store redemption.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03520"/>
            <a:ext cx="164592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ECFBF"/>
                </a:solidFill>
              </a:rPr>
              <a:t>Win Path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011680"/>
            <a:ext cx="3566160" cy="201168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D2340"/>
                </a:solidFill>
              </a:rPr>
              <a:t>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Gaming Brand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06908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4160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Scratch to win exclusive in-game rewards or merch — ideal for game launches, DLC drops, or re-engagement.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5303520"/>
            <a:ext cx="164592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5303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6B6B"/>
                </a:solidFill>
              </a:rPr>
              <a:t>Prize Campaign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011680"/>
            <a:ext cx="3566160" cy="2011680"/>
          </a:xfrm>
          <a:prstGeom prst="rect">
            <a:avLst/>
          </a:prstGeom>
          <a:solidFill>
            <a:srgbClr val="06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40" y="2148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2D2340"/>
                </a:solidFill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88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The Win Moment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069080"/>
            <a:ext cx="35661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4160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340"/>
                </a:solidFill>
              </a:rPr>
              <a:t>The reveal is joyful, fully branded, and drives immediate action — a high-emotion touchpoint no standard banner can replicate.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303520"/>
            <a:ext cx="1645920" cy="27432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53035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084FC"/>
                </a:solidFill>
              </a:rPr>
              <a:t>Lead Capture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B38600"/>
                </a:solidFill>
              </a:rPr>
              <a:t>💰  POTENTIAL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Publishers Can 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4DF"/>
                </a:solidFill>
              </a:rPr>
              <a:t>Projections based on $8–20 eCPM target and 70% publisher revenue share.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43891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2340"/>
                </a:solidFill>
              </a:rPr>
              <a:t>Monthly Active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2340"/>
                </a:solidFill>
              </a:rPr>
              <a:t>Scratch-Through Rate (~20%)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0116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2340"/>
                </a:solidFill>
              </a:rPr>
              <a:t>eCPM (Target)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1168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2340"/>
                </a:solidFill>
              </a:rPr>
              <a:t>Est. Monthly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201168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D2340"/>
                </a:solidFill>
              </a:rPr>
              <a:t>vs. Standard Banner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23160"/>
            <a:ext cx="11247120" cy="47548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4963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49631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~10,000 scratches/mo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9631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$8–20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496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93D"/>
                </a:solidFill>
              </a:rPr>
              <a:t>$400 – $1,000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2496312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ECFBF"/>
                </a:solidFill>
              </a:rPr>
              <a:t>vs. ~$50 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16936"/>
            <a:ext cx="11247120" cy="475488"/>
          </a:xfrm>
          <a:prstGeom prst="rect">
            <a:avLst/>
          </a:prstGeom>
          <a:solidFill>
            <a:srgbClr val="32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99008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250,000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990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~50,000 scratches/mo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99008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$8–20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9900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93D"/>
                </a:solidFill>
              </a:rPr>
              <a:t>$2,000 – $5,000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99008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ECFBF"/>
                </a:solidFill>
              </a:rPr>
              <a:t>vs. ~$250 standard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10712"/>
            <a:ext cx="11247120" cy="475488"/>
          </a:xfrm>
          <a:prstGeom prst="rect">
            <a:avLst/>
          </a:prstGeom>
          <a:solidFill>
            <a:srgbClr val="3A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4838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1,000,000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48386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~200,000 scratches/mo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48386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$8–20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4838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93D"/>
                </a:solidFill>
              </a:rPr>
              <a:t>$8,000 – $20,000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48386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ECFBF"/>
                </a:solidFill>
              </a:rPr>
              <a:t>vs. ~$1,000 standard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04487"/>
            <a:ext cx="11247120" cy="475488"/>
          </a:xfrm>
          <a:prstGeom prst="rect">
            <a:avLst/>
          </a:prstGeom>
          <a:solidFill>
            <a:srgbClr val="322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977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5,000,000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397763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~1M scratches/mo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9776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4DF"/>
                </a:solidFill>
              </a:rPr>
              <a:t>$8–20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7763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93D"/>
                </a:solidFill>
              </a:rPr>
              <a:t>$40K – $100K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977639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ECFBF"/>
                </a:solidFill>
              </a:rPr>
              <a:t>vs. ~$5,000 standard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6227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79A0"/>
                </a:solidFill>
              </a:rPr>
              <a:t>* Revenue projections based on target eCPM of $8–20 and 70% publisher revenue share. Actual results may vary by geography, app category, and campaign demand.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29200"/>
            <a:ext cx="5303520" cy="146304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51206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93D"/>
                </a:solidFill>
              </a:rPr>
              <a:t>🎯  Advertiser CPS Pricing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4864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4DF"/>
                </a:solidFill>
              </a:rPr>
              <a:t>Starter: $1–2 per scratch
Growth: $2–4 per scratch
Enterprise: $4–8+ per scratch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5029200"/>
            <a:ext cx="5394960" cy="146304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120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ECFBF"/>
                </a:solidFill>
              </a:rPr>
              <a:t>📈  Market Opportunity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48640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4DF"/>
                </a:solidFill>
              </a:rPr>
              <a:t>Most mobile ad formats plateau at commodity rates. SkratchAds publishers earn 10x the eCPM of a standard banner — from the same app, the same users, the same screen.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Ready to 10× Your Ad Revenue?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4DF"/>
                </a:solidFill>
              </a:rPr>
              <a:t>Join the publishers and brands already running SkratchAds™.
No contracts. No commitments. Just real results from the ad format users actually want to 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337560"/>
            <a:ext cx="5760720" cy="6583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3401568"/>
            <a:ext cx="5760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👋  Get Started for 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ECFBF"/>
                </a:solidFill>
              </a:rPr>
              <a:t>hello@skratchads.com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4DF"/>
                </a:solidFill>
              </a:rPr>
              <a:t>www.skratchads.com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5349240"/>
            <a:ext cx="2377440" cy="86868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394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</a:rPr>
              <a:t>~20%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806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C4DF"/>
                </a:solidFill>
              </a:rPr>
              <a:t>Scratch-Through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5349240"/>
            <a:ext cx="2377440" cy="86868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5394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</a:rPr>
              <a:t>$8–20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5806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C4DF"/>
                </a:solidFill>
              </a:rPr>
              <a:t>Publisher eCPM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349240"/>
            <a:ext cx="2377440" cy="86868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5394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</a:rPr>
              <a:t>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806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C4DF"/>
                </a:solidFill>
              </a:rPr>
              <a:t>Revenue Share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5349240"/>
            <a:ext cx="2377440" cy="868680"/>
          </a:xfrm>
          <a:prstGeom prst="rect">
            <a:avLst/>
          </a:prstGeom>
          <a:solidFill>
            <a:srgbClr val="403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19" y="53949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6B6B"/>
                </a:solidFill>
              </a:rPr>
              <a:t>10×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19" y="5806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CC4DF"/>
                </a:solidFill>
              </a:rPr>
              <a:t>CTR vs. Banners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65580"/>
                </a:solidFill>
              </a:rPr>
              <a:t>* Near-Miss Effect: A psychological phenomenon where an outcome just short of a win produces heightened arousal and sustained attention comparable to a win itself — making the subsequent brand impression significantly more impactful.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1231</Words>
  <Application>Microsoft Macintosh PowerPoint</Application>
  <PresentationFormat>Custom</PresentationFormat>
  <Paragraphs>177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Cameron Naz</cp:lastModifiedBy>
  <cp:revision>2</cp:revision>
  <dcterms:created xsi:type="dcterms:W3CDTF">2013-01-27T09:14:16Z</dcterms:created>
  <dcterms:modified xsi:type="dcterms:W3CDTF">2026-03-17T23:18:54Z</dcterms:modified>
  <cp:category/>
</cp:coreProperties>
</file>