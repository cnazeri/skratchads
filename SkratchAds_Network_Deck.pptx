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SkratchAds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Scratch-Off Ad Network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banner blindness into engagement. Real prizes, real leads, real revenue.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hello@skratchads.com  |  skratchads.com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Banner Ads Are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2377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banner CTR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ignore them entirely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246888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280160"/>
            <a:ext cx="54864" cy="2377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banner eCPM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Race-to-bottom CPM war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46888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54864" cy="2377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$51B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ad spend (2024)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use ad blockers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changes killed targeting. Engagement is now the only signal that matters.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Embryo, AdMob, Statista, Oberlo,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SkratchAds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Loads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Polite, edge-anchored banner appears in-app with animated scratch cue.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Scratches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3-5 second scratch gesture. No forced interruption.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reveals, email capture, redeemable token. Qualified lead.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659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866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Path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23317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ad reveals to primed user. 5-10x CTR uplift.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cooldown prevents fatigue  |  Fallback standard banner maintains 100% fill  |  No session interruption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SkratchAds Network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power: a growing network of publishers, advertisers, and engaged users.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with one JS tag. Earn 70% revenue share. Higher eCPM than standard banners ($8-20 vs $0.50-1.50).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engaged, opted-in users across the network. Pay per scratch (CPS). Get qualified leads with email capture.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real prizes for a voluntary scratch. No forced interrupts. Positive ad experience drives repeat engagement.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Every new publisher adds inventory. Every new advertiser increases demand. More scratches = more data = better matching. The network compounds.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Banner Buddy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Creative Studio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Audience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Sonar scans Reddit, YouTube, and forums to find what prizes and messaging resonate with your target audience.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Banner 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four banner states (scratch, win, lose, brand reveal) from a single brief. Mobile-first formats included.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Variations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3-5 creative variants per banner. Test what works, scale what wins.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creative bottleneck for advertisers joining the 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tool means SkratchAds scales without a design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gives advertisers data-backed confidence in their prizes and messaging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= faster network growth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Cost-Per-Scratch (CPS)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CPS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$1-3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CPS Price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$3-8+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eCPM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Share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657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SkratchAds Take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3657600" cy="3200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13716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80-90%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fees from advertisers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10-15%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Primed-click fees (post-scratch brand clicks)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brand campaigns, targeting,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50-200 Apps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$100K-500K ARR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(Discord, Reddit, X). Free POCs. Case study-driven adoption. Banner Buddy self-serve onboarding.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2027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500-2K Apps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$1M-5M ARR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46888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 SDKs. Mediation adapters (ironSource, MAX). Word-of-mouth flywheel.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2028+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5K-20K+ Apps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$10M-100M ARR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RTB auction engine. Category + geo targeting. Enterprise brand partnerships.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$2M-$3M Seed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19456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Acquisition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outreach, onboarding 200+ apps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6459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SDK 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SDK builds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9728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Targeting, mediation, auction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54864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Sweepstakes compliance, team expansion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hello@skratchads.com  |  skratchads.com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SkratchAds - The Scratch-Off Ad Network</dc:title>
  <dc:subject>PptxGenJS Presentation</dc:subject>
  <dc:creator>SkratchAds</dc:creator>
  <cp:lastModifiedBy>SkratchAds</cp:lastModifiedBy>
  <cp:revision>1</cp:revision>
  <dcterms:created xsi:type="dcterms:W3CDTF">2026-03-27T17:37:40Z</dcterms:created>
  <dcterms:modified xsi:type="dcterms:W3CDTF">2026-03-27T17:37:40Z</dcterms:modified>
</cp:coreProperties>
</file>